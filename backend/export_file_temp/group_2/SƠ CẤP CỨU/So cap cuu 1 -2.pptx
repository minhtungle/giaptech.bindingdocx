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</p:sldIdLst>
  <p:sldSz cx="7040563" cy="10058400"/>
  <p:notesSz cx="6888163" cy="10020300"/>
  <p:defaultTextStyle>
    <a:defPPr>
      <a:defRPr lang="en-US"/>
    </a:defPPr>
    <a:lvl1pPr marL="0" algn="l" defTabSz="9325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251" algn="l" defTabSz="9325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502" algn="l" defTabSz="9325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8752" algn="l" defTabSz="9325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003" algn="l" defTabSz="9325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254" algn="l" defTabSz="9325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7505" algn="l" defTabSz="9325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3756" algn="l" defTabSz="9325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007" algn="l" defTabSz="9325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21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0DE3"/>
    <a:srgbClr val="590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>
      <p:cViewPr varScale="1">
        <p:scale>
          <a:sx n="79" d="100"/>
          <a:sy n="79" d="100"/>
        </p:scale>
        <p:origin x="3102" y="114"/>
      </p:cViewPr>
      <p:guideLst>
        <p:guide orient="horz" pos="3168"/>
        <p:guide pos="22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043" y="3124625"/>
            <a:ext cx="5984479" cy="215603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6085" y="5699761"/>
            <a:ext cx="4928395" cy="257047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66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325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987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65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312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97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63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30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F66A-1A36-4523-BA26-5C1430A02F2F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91BC-3D4E-4F70-AA55-5E0AB2DB2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1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F66A-1A36-4523-BA26-5C1430A02F2F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91BC-3D4E-4F70-AA55-5E0AB2DB2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1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156" y="6463455"/>
            <a:ext cx="5984479" cy="199771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156" y="4263181"/>
            <a:ext cx="5984479" cy="220027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6625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3250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987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650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3312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975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6375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73000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F66A-1A36-4523-BA26-5C1430A02F2F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91BC-3D4E-4F70-AA55-5E0AB2DB2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7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28" y="2346961"/>
            <a:ext cx="3109582" cy="66380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8953" y="2346961"/>
            <a:ext cx="3109582" cy="66380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F66A-1A36-4523-BA26-5C1430A02F2F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91BC-3D4E-4F70-AA55-5E0AB2DB2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8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29" y="2251500"/>
            <a:ext cx="3110804" cy="9383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66251" indent="0">
              <a:buNone/>
              <a:defRPr sz="2000" b="1"/>
            </a:lvl2pPr>
            <a:lvl3pPr marL="932502" indent="0">
              <a:buNone/>
              <a:defRPr sz="1800" b="1"/>
            </a:lvl3pPr>
            <a:lvl4pPr marL="1398752" indent="0">
              <a:buNone/>
              <a:defRPr sz="1600" b="1"/>
            </a:lvl4pPr>
            <a:lvl5pPr marL="1865003" indent="0">
              <a:buNone/>
              <a:defRPr sz="1600" b="1"/>
            </a:lvl5pPr>
            <a:lvl6pPr marL="2331254" indent="0">
              <a:buNone/>
              <a:defRPr sz="1600" b="1"/>
            </a:lvl6pPr>
            <a:lvl7pPr marL="2797505" indent="0">
              <a:buNone/>
              <a:defRPr sz="1600" b="1"/>
            </a:lvl7pPr>
            <a:lvl8pPr marL="3263756" indent="0">
              <a:buNone/>
              <a:defRPr sz="1600" b="1"/>
            </a:lvl8pPr>
            <a:lvl9pPr marL="3730007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029" y="3189817"/>
            <a:ext cx="3110804" cy="579522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76510" y="2251500"/>
            <a:ext cx="3112026" cy="9383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66251" indent="0">
              <a:buNone/>
              <a:defRPr sz="2000" b="1"/>
            </a:lvl2pPr>
            <a:lvl3pPr marL="932502" indent="0">
              <a:buNone/>
              <a:defRPr sz="1800" b="1"/>
            </a:lvl3pPr>
            <a:lvl4pPr marL="1398752" indent="0">
              <a:buNone/>
              <a:defRPr sz="1600" b="1"/>
            </a:lvl4pPr>
            <a:lvl5pPr marL="1865003" indent="0">
              <a:buNone/>
              <a:defRPr sz="1600" b="1"/>
            </a:lvl5pPr>
            <a:lvl6pPr marL="2331254" indent="0">
              <a:buNone/>
              <a:defRPr sz="1600" b="1"/>
            </a:lvl6pPr>
            <a:lvl7pPr marL="2797505" indent="0">
              <a:buNone/>
              <a:defRPr sz="1600" b="1"/>
            </a:lvl7pPr>
            <a:lvl8pPr marL="3263756" indent="0">
              <a:buNone/>
              <a:defRPr sz="1600" b="1"/>
            </a:lvl8pPr>
            <a:lvl9pPr marL="3730007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76510" y="3189817"/>
            <a:ext cx="3112026" cy="579522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F66A-1A36-4523-BA26-5C1430A02F2F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91BC-3D4E-4F70-AA55-5E0AB2DB2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87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F66A-1A36-4523-BA26-5C1430A02F2F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91BC-3D4E-4F70-AA55-5E0AB2DB2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2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F66A-1A36-4523-BA26-5C1430A02F2F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91BC-3D4E-4F70-AA55-5E0AB2DB2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03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029" y="400473"/>
            <a:ext cx="2316297" cy="170434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2666" y="400475"/>
            <a:ext cx="3935870" cy="85845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029" y="2104814"/>
            <a:ext cx="2316297" cy="6880226"/>
          </a:xfrm>
        </p:spPr>
        <p:txBody>
          <a:bodyPr/>
          <a:lstStyle>
            <a:lvl1pPr marL="0" indent="0">
              <a:buNone/>
              <a:defRPr sz="1400"/>
            </a:lvl1pPr>
            <a:lvl2pPr marL="466251" indent="0">
              <a:buNone/>
              <a:defRPr sz="1200"/>
            </a:lvl2pPr>
            <a:lvl3pPr marL="932502" indent="0">
              <a:buNone/>
              <a:defRPr sz="1000"/>
            </a:lvl3pPr>
            <a:lvl4pPr marL="1398752" indent="0">
              <a:buNone/>
              <a:defRPr sz="900"/>
            </a:lvl4pPr>
            <a:lvl5pPr marL="1865003" indent="0">
              <a:buNone/>
              <a:defRPr sz="900"/>
            </a:lvl5pPr>
            <a:lvl6pPr marL="2331254" indent="0">
              <a:buNone/>
              <a:defRPr sz="900"/>
            </a:lvl6pPr>
            <a:lvl7pPr marL="2797505" indent="0">
              <a:buNone/>
              <a:defRPr sz="900"/>
            </a:lvl7pPr>
            <a:lvl8pPr marL="3263756" indent="0">
              <a:buNone/>
              <a:defRPr sz="900"/>
            </a:lvl8pPr>
            <a:lvl9pPr marL="373000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F66A-1A36-4523-BA26-5C1430A02F2F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91BC-3D4E-4F70-AA55-5E0AB2DB2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80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0000" y="7040881"/>
            <a:ext cx="4224338" cy="83121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80000" y="898737"/>
            <a:ext cx="4224338" cy="6035040"/>
          </a:xfrm>
        </p:spPr>
        <p:txBody>
          <a:bodyPr/>
          <a:lstStyle>
            <a:lvl1pPr marL="0" indent="0">
              <a:buNone/>
              <a:defRPr sz="3200"/>
            </a:lvl1pPr>
            <a:lvl2pPr marL="466251" indent="0">
              <a:buNone/>
              <a:defRPr sz="2800"/>
            </a:lvl2pPr>
            <a:lvl3pPr marL="932502" indent="0">
              <a:buNone/>
              <a:defRPr sz="2400"/>
            </a:lvl3pPr>
            <a:lvl4pPr marL="1398752" indent="0">
              <a:buNone/>
              <a:defRPr sz="2000"/>
            </a:lvl4pPr>
            <a:lvl5pPr marL="1865003" indent="0">
              <a:buNone/>
              <a:defRPr sz="2000"/>
            </a:lvl5pPr>
            <a:lvl6pPr marL="2331254" indent="0">
              <a:buNone/>
              <a:defRPr sz="2000"/>
            </a:lvl6pPr>
            <a:lvl7pPr marL="2797505" indent="0">
              <a:buNone/>
              <a:defRPr sz="2000"/>
            </a:lvl7pPr>
            <a:lvl8pPr marL="3263756" indent="0">
              <a:buNone/>
              <a:defRPr sz="2000"/>
            </a:lvl8pPr>
            <a:lvl9pPr marL="3730007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0000" y="7872096"/>
            <a:ext cx="4224338" cy="1180464"/>
          </a:xfrm>
        </p:spPr>
        <p:txBody>
          <a:bodyPr/>
          <a:lstStyle>
            <a:lvl1pPr marL="0" indent="0">
              <a:buNone/>
              <a:defRPr sz="1400"/>
            </a:lvl1pPr>
            <a:lvl2pPr marL="466251" indent="0">
              <a:buNone/>
              <a:defRPr sz="1200"/>
            </a:lvl2pPr>
            <a:lvl3pPr marL="932502" indent="0">
              <a:buNone/>
              <a:defRPr sz="1000"/>
            </a:lvl3pPr>
            <a:lvl4pPr marL="1398752" indent="0">
              <a:buNone/>
              <a:defRPr sz="900"/>
            </a:lvl4pPr>
            <a:lvl5pPr marL="1865003" indent="0">
              <a:buNone/>
              <a:defRPr sz="900"/>
            </a:lvl5pPr>
            <a:lvl6pPr marL="2331254" indent="0">
              <a:buNone/>
              <a:defRPr sz="900"/>
            </a:lvl6pPr>
            <a:lvl7pPr marL="2797505" indent="0">
              <a:buNone/>
              <a:defRPr sz="900"/>
            </a:lvl7pPr>
            <a:lvl8pPr marL="3263756" indent="0">
              <a:buNone/>
              <a:defRPr sz="900"/>
            </a:lvl8pPr>
            <a:lvl9pPr marL="373000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F66A-1A36-4523-BA26-5C1430A02F2F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91BC-3D4E-4F70-AA55-5E0AB2DB2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06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F66A-1A36-4523-BA26-5C1430A02F2F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91BC-3D4E-4F70-AA55-5E0AB2DB2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5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04408" y="402804"/>
            <a:ext cx="1584127" cy="85822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29" y="402804"/>
            <a:ext cx="4635037" cy="85822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F66A-1A36-4523-BA26-5C1430A02F2F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91BC-3D4E-4F70-AA55-5E0AB2DB2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3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29" y="402802"/>
            <a:ext cx="6336507" cy="1676400"/>
          </a:xfrm>
          <a:prstGeom prst="rect">
            <a:avLst/>
          </a:prstGeom>
        </p:spPr>
        <p:txBody>
          <a:bodyPr vert="horz" lIns="93250" tIns="46625" rIns="93250" bIns="46625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29" y="2346961"/>
            <a:ext cx="6336507" cy="6638079"/>
          </a:xfrm>
          <a:prstGeom prst="rect">
            <a:avLst/>
          </a:prstGeom>
        </p:spPr>
        <p:txBody>
          <a:bodyPr vert="horz" lIns="93250" tIns="46625" rIns="93250" bIns="46625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28" y="9322648"/>
            <a:ext cx="1642798" cy="535517"/>
          </a:xfrm>
          <a:prstGeom prst="rect">
            <a:avLst/>
          </a:prstGeom>
        </p:spPr>
        <p:txBody>
          <a:bodyPr vert="horz" lIns="93250" tIns="46625" rIns="93250" bIns="4662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5F66A-1A36-4523-BA26-5C1430A02F2F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5526" y="9322648"/>
            <a:ext cx="2229512" cy="535517"/>
          </a:xfrm>
          <a:prstGeom prst="rect">
            <a:avLst/>
          </a:prstGeom>
        </p:spPr>
        <p:txBody>
          <a:bodyPr vert="horz" lIns="93250" tIns="46625" rIns="93250" bIns="4662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45737" y="9322648"/>
            <a:ext cx="1642798" cy="535517"/>
          </a:xfrm>
          <a:prstGeom prst="rect">
            <a:avLst/>
          </a:prstGeom>
        </p:spPr>
        <p:txBody>
          <a:bodyPr vert="horz" lIns="93250" tIns="46625" rIns="93250" bIns="4662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B91BC-3D4E-4F70-AA55-5E0AB2DB2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93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32502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9688" indent="-349688" algn="l" defTabSz="932502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57658" indent="-291407" algn="l" defTabSz="932502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65627" indent="-233125" algn="l" defTabSz="93250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31878" indent="-233125" algn="l" defTabSz="932502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8129" indent="-233125" algn="l" defTabSz="932502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4379" indent="-233125" algn="l" defTabSz="93250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0630" indent="-233125" algn="l" defTabSz="93250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6882" indent="-233125" algn="l" defTabSz="93250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3133" indent="-233125" algn="l" defTabSz="93250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51" algn="l" defTabSz="932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02" algn="l" defTabSz="932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752" algn="l" defTabSz="932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003" algn="l" defTabSz="932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254" algn="l" defTabSz="932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505" algn="l" defTabSz="932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756" algn="l" defTabSz="932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007" algn="l" defTabSz="932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TRIN DECHBOONMEE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06.10.1978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0351/25/SCC-HSE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067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BÙI THỊ TÂM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09.12.1992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0352/25/SCC-HSE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05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993" y="3812319"/>
            <a:ext cx="5385047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HOÀNG THỊ HOÀI THƯƠNG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11.06.1994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0353/25/SCC-HSE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34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TRẦN THỊ THỦY TIÊN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16.04.1991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0354/25/SCC-HSE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52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LÊ THỊ HƯƠNG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16.12.1983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0355/25/SCC-HSE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39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BÙI THỊ NHƯ TƠ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04.03.1994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0356/25/SCC-HSE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56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ĐẶNG XUÂN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HÍN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27.09.1981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0357/25/SCC-HSE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63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HOÀNG TRỌNG HẬU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16.12.1990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0358/25/SCC-HSE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95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CAO VĂN LINH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27.02.1993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0359/25/SCC-HSE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44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VŨ THỊ LƯƠNG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29.08.1992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0360/25/SCC-HSE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94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TRẦN THỊ HIỀN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22.06.1997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0361/25/SCC-HSE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82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LƯU NGỌC QUYỀN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01.01.1983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0362/25/SCC-HSE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01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VÕ HÙNG CHÍ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06.12.1979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0363/25/SCC-HSE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53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NGUYỄN THỊ BẾN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02.09.1989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0364/25/SCC-HSE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174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NGUYỄN TRỌNG LUYỆN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16.09.1988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0365/25/SCC-HSE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HOÀNG THỊ GIANG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05.02.1989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0366/25/SCC-HSE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90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TRẦN THỊ HẰNG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10.06.1997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0367/25/SCC-HSE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89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HỒ THỊ ANH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13.10.1997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0368/25/SCC-HSE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90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TRỊNH THỊ HƯƠNG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12.09.1997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0369/25/SCC-HSE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23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TRỊNH THỊ HẢI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01.09.1996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0370/25/SCC-HSE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17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NGUYỄN THẾ NGA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20.07.1989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0371/25/SCC-HSE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38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NGUYỄN THỊ QUỲNH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30.06.1985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0372/25/SCC-HSE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6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TRẦN THỊ QUANG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02.01.1989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0373/25/SCC-HSE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08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NGUYỄN VĂN HOẠT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22.02.1998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0374/25/SCC-HSE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27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ĐẶNG BÁ KÝ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28.08.1993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0375/25/SCC-HSE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99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THÁI BÁ CHÂU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04.08.1982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0376/25/SCC-HSE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85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CHU TRỌNG THÀNH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05.02.1997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0377/25/SCC-HSE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53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NGUYỄN ĐỨC LỘC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01.10.1993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0378/25/SCC-HSE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93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HOÀNG SỸ NHỰT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04.10.2001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0379/25/SCC-HSE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62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BÙI VĂN KIÊN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08.12.1992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0380/25/SCC-HSE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02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BÙI THỊ PHƯỢNG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06.08.1985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0381/25/SCC-HSE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04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CAO VĂN MINH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14.09.1997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0382/25/SCC-HSE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78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NGUYỄN ĐỨC HIỀN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10.03.1979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0383/25/SCC-HSE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13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NGUYỄN ĐÌNH NGHĨA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27.07.1986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0384/25/SCC-HSE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74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NGUYỄN MẠNH LINH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05.03.1990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0385/25/SCC-HSE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293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BÙI MINH HẢI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10.10.1977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0386/25/SCC-HSE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188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NGUYỄN VIẾT HÀO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14.06.1966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0387/25/SCC-HSE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23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228" y="1"/>
            <a:ext cx="1891634" cy="100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9" y="2351726"/>
            <a:ext cx="5241309" cy="507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5199" y="1125734"/>
            <a:ext cx="5743670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dirty="0" smtClean="0">
                <a:solidFill>
                  <a:srgbClr val="590DE3"/>
                </a:solidFill>
                <a:latin typeface=".VnHelvetInsH" pitchFamily="34" charset="0"/>
              </a:rPr>
              <a:t>    HSE </a:t>
            </a:r>
            <a:r>
              <a:rPr lang="en-US" sz="1600" dirty="0">
                <a:solidFill>
                  <a:srgbClr val="590DE3"/>
                </a:solidFill>
                <a:latin typeface=".VnHelvetInsH" pitchFamily="34" charset="0"/>
              </a:rPr>
              <a:t>TRAINING AND DESIGN CONSULTANCY CO. LTD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483" y="276672"/>
            <a:ext cx="1408112" cy="81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983" y="1625484"/>
            <a:ext cx="4851112" cy="60199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3300" dirty="0" smtClean="0">
                <a:solidFill>
                  <a:srgbClr val="FF0000"/>
                </a:solidFill>
                <a:latin typeface=".VnCooperH" pitchFamily="34" charset="0"/>
              </a:rPr>
              <a:t>CHỨNG NHẬN</a:t>
            </a:r>
            <a:endParaRPr lang="en-US" sz="3300" dirty="0">
              <a:solidFill>
                <a:srgbClr val="FF0000"/>
              </a:solidFill>
              <a:latin typeface=".VnCooperH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9117" y="2368440"/>
            <a:ext cx="5622844" cy="531269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rgbClr val="0070C0"/>
                </a:solidFill>
                <a:latin typeface=".VnCooperH" pitchFamily="34" charset="0"/>
              </a:defRPr>
            </a:lvl1pPr>
          </a:lstStyle>
          <a:p>
            <a:r>
              <a:rPr lang="en-US" sz="2800" dirty="0" smtClean="0">
                <a:solidFill>
                  <a:srgbClr val="590DE3"/>
                </a:solidFill>
              </a:rPr>
              <a:t>CERTIFICATE</a:t>
            </a:r>
            <a:endParaRPr lang="en-US" sz="2800" dirty="0">
              <a:solidFill>
                <a:srgbClr val="590DE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4570" y="5749280"/>
            <a:ext cx="4475991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590DE3"/>
                </a:solidFill>
                <a:latin typeface=".VnBodoniH" pitchFamily="34" charset="0"/>
              </a:rPr>
              <a:t>SƠ CẤP CỨU TẠI CHỖ</a:t>
            </a:r>
            <a:endParaRPr lang="en-US" sz="2200" b="1" dirty="0">
              <a:solidFill>
                <a:srgbClr val="590DE3"/>
              </a:solidFill>
              <a:latin typeface=".VnBodoniH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5712" y="6136276"/>
            <a:ext cx="3868826" cy="432715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0070C0"/>
                </a:solidFill>
                <a:latin typeface=".VnBodoniH" pitchFamily="34" charset="0"/>
              </a:defRPr>
            </a:lvl1pPr>
          </a:lstStyle>
          <a:p>
            <a:r>
              <a:rPr lang="en-US" sz="2200" dirty="0">
                <a:solidFill>
                  <a:srgbClr val="FF0000"/>
                </a:solidFill>
              </a:rPr>
              <a:t>First aid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825" y="7396088"/>
            <a:ext cx="3285596" cy="586603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On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behalf of Training </a:t>
            </a:r>
            <a:r>
              <a:rPr lang="en-US" sz="1600" b="1" dirty="0" smtClean="0">
                <a:solidFill>
                  <a:schemeClr val="accent6">
                    <a:lumMod val="50000"/>
                  </a:schemeClr>
                </a:solidFill>
                <a:latin typeface=".VnTime" pitchFamily="34" charset="0"/>
              </a:rPr>
              <a:t>          Organizer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.VnTim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3825" y="8474029"/>
            <a:ext cx="3285596" cy="593771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latin typeface=".VnTime" pitchFamily="34" charset="0"/>
              </a:rPr>
              <a:t>      Dr. TRINH </a:t>
            </a:r>
            <a:r>
              <a:rPr lang="en-US" sz="1600" b="1" dirty="0">
                <a:latin typeface=".VnTime" pitchFamily="34" charset="0"/>
              </a:rPr>
              <a:t>ANH TUAN</a:t>
            </a:r>
          </a:p>
          <a:p>
            <a:pPr algn="ctr"/>
            <a:r>
              <a:rPr lang="en-US" sz="1600" b="1" dirty="0" smtClean="0">
                <a:latin typeface=".VnTime" pitchFamily="34" charset="0"/>
              </a:rPr>
              <a:t>      Director</a:t>
            </a:r>
            <a:endParaRPr lang="en-US" sz="1600" b="1" dirty="0">
              <a:latin typeface=".VnTim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970" y="3429792"/>
            <a:ext cx="555422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ông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 err="1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bà</a:t>
            </a:r>
            <a:r>
              <a:rPr lang="en-US" sz="1600" b="1" dirty="0" smtClean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) /This 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is to certify that 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b="1" dirty="0" err="1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sz="1600" b="1" dirty="0">
                <a:solidFill>
                  <a:srgbClr val="59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401" y="5343806"/>
            <a:ext cx="5397765" cy="371160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/ Has completed a course in: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1025" y="3812319"/>
            <a:ext cx="4692015" cy="525048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NGUYỄN NGỌC QUÂN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0878" y="4395154"/>
            <a:ext cx="1879705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19.06.1983</a:t>
            </a:r>
            <a:endParaRPr lang="en-US" sz="1600" b="1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7369" y="4852895"/>
            <a:ext cx="3697288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ty TNHH FRESCOL TUNA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Nam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64570" y="9239050"/>
            <a:ext cx="2817246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  Số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chứng nhận/No: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0388/25/SCC-HSE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64570" y="9548539"/>
            <a:ext cx="3609835" cy="278827"/>
          </a:xfrm>
          <a:prstGeom prst="rect">
            <a:avLst/>
          </a:prstGeom>
          <a:noFill/>
        </p:spPr>
        <p:txBody>
          <a:bodyPr wrap="none" lIns="93250" tIns="46625" rIns="93250" bIns="46625" rtlCol="0">
            <a:spAutoFit/>
          </a:bodyPr>
          <a:lstStyle/>
          <a:p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i="1" dirty="0" err="1" smtClean="0">
                <a:latin typeface="Times New Roman" pitchFamily="18" charset="0"/>
                <a:cs typeface="Times New Roman" pitchFamily="18" charset="0"/>
              </a:rPr>
              <a:t>Chứng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nhận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có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giá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trị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01 </a:t>
            </a:r>
            <a:r>
              <a:rPr lang="en-US" sz="1200" i="1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smtClean="0">
                <a:latin typeface="Times New Roman" pitchFamily="18" charset="0"/>
                <a:cs typeface="Times New Roman" pitchFamily="18" charset="0"/>
              </a:rPr>
              <a:t>kể từ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err="1">
                <a:latin typeface="Times New Roman" pitchFamily="18" charset="0"/>
                <a:cs typeface="Times New Roman" pitchFamily="18" charset="0"/>
              </a:rPr>
              <a:t>cấp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969" y="4384938"/>
            <a:ext cx="3637624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date of birth: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969" y="4837506"/>
            <a:ext cx="2503313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làm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việc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/Workplace</a:t>
            </a:r>
            <a:r>
              <a:rPr lang="en-US" sz="1600" b="1" dirty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282" y="7086600"/>
            <a:ext cx="2972682" cy="309604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Hà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nội,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ngày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tháng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06 </a:t>
            </a:r>
            <a:r>
              <a:rPr lang="en-US" sz="1400" i="1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497" y="6673333"/>
            <a:ext cx="5397766" cy="340382"/>
          </a:xfrm>
          <a:prstGeom prst="rect">
            <a:avLst/>
          </a:prstGeom>
          <a:noFill/>
        </p:spPr>
        <p:txBody>
          <a:bodyPr wrap="square" lIns="93250" tIns="46625" rIns="93250" bIns="46625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            Huấn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23/06/2025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srgbClr val="730DE3"/>
                </a:solidFill>
                <a:latin typeface="Times New Roman" pitchFamily="18" charset="0"/>
                <a:cs typeface="Times New Roman" pitchFamily="18" charset="0"/>
              </a:rPr>
              <a:t>24/06/2025</a:t>
            </a:r>
            <a:endParaRPr lang="en-US" sz="1600" b="1" dirty="0">
              <a:solidFill>
                <a:srgbClr val="730DE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03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111</Template>
  <TotalTime>2053</TotalTime>
  <Words>4600</Words>
  <Application>Microsoft Office PowerPoint</Application>
  <PresentationFormat>Custom</PresentationFormat>
  <Paragraphs>722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.VnBodoniH</vt:lpstr>
      <vt:lpstr>.VnCooperH</vt:lpstr>
      <vt:lpstr>.VnHelvetInsH</vt:lpstr>
      <vt:lpstr>.VnTime</vt:lpstr>
      <vt:lpstr>Arial</vt:lpstr>
      <vt:lpstr>Calibri</vt:lpstr>
      <vt:lpstr>Times New Roman</vt:lpstr>
      <vt:lpstr>111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Windows User</cp:lastModifiedBy>
  <cp:revision>241</cp:revision>
  <cp:lastPrinted>2025-06-25T07:20:11Z</cp:lastPrinted>
  <dcterms:created xsi:type="dcterms:W3CDTF">2016-05-22T04:09:36Z</dcterms:created>
  <dcterms:modified xsi:type="dcterms:W3CDTF">2025-06-25T07:22:13Z</dcterms:modified>
</cp:coreProperties>
</file>